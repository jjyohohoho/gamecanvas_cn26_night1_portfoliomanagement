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67" d="100"/>
          <a:sy n="67" d="100"/>
        </p:scale>
        <p:origin x="53" y="27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45000" cy="450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728203-9537-5B04-E49B-4ED63E3678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292A1B3-0824-E790-BC53-FEFEC8975B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4F6AEBD-2CEE-DF65-ACA1-B17CECE5FE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CA287-8BE8-4732-AC1B-2A4233CAF7A9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E52C98D-0A04-A848-0325-3DEC88BA8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0A79515-8CAC-661F-50FA-17726FE13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1DFC6-F80E-46B9-B840-55257D10B1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52800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430607-D1E4-9EC9-62B2-631658AD8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FD0B8AA-EF49-A9C7-46B0-A9659C98B1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6B87315-5BBE-AEB5-610B-D822B426A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CA287-8BE8-4732-AC1B-2A4233CAF7A9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140CD32-730E-CDF4-76B3-449A6D227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E825443-0DA9-087C-AAA4-3F2361EA6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1DFC6-F80E-46B9-B840-55257D10B1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33981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5E3AD9-F9D3-ED49-B45E-F3BF26FC12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9C47B65-2AC9-94E4-0FBE-A516A7FDD7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4D7313A-CE1D-857B-ED85-EA63E37098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CA287-8BE8-4732-AC1B-2A4233CAF7A9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334F5ED-BF46-631C-3B90-D7ADDAD23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A236088-46DF-83C8-A757-2CFEC0D04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1DFC6-F80E-46B9-B840-55257D10B1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7296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499FB2-0FD0-9E1D-5BA6-3F47BAAAA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2095ECA-8CF0-DEB0-A084-4FD36936F5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2152AE4-CCDE-6399-223B-487FBEA5B8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9B76151-C0D4-0AC2-9387-E167BF687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CA287-8BE8-4732-AC1B-2A4233CAF7A9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8417974-411F-EF41-93E4-8609735814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BDCBA43-3AD8-DF05-A58F-8D98FE474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1DFC6-F80E-46B9-B840-55257D10B1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35630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A9A2DF-EE7C-F0B3-FBE9-5C59A34A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DBF26B1-E340-2BD0-E198-008402722E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AB47F59-635E-53E6-4A3B-235A1522AF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A371A8E-4E46-210D-CE11-7B3D9477AE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DC4013C-054E-3AF4-965C-BB009059EE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48BB2BC-0E0C-EB59-4001-D712A282D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CA287-8BE8-4732-AC1B-2A4233CAF7A9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9CECB80-B387-8A44-32B2-618A3C2D5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0E7B8CA-9584-8FFE-BCBE-B0E9B6D3B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1DFC6-F80E-46B9-B840-55257D10B1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93887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66FDA5-5EE2-3C26-A13E-09C92991F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92DF7C8-46B8-23BD-9332-33A6DC2BC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CA287-8BE8-4732-AC1B-2A4233CAF7A9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3B4E2A4-3862-18AD-2B06-39CFD5BF60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5C4D469-819F-8A83-686F-B61E3B6B6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1DFC6-F80E-46B9-B840-55257D10B1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8364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02762F3-046A-2650-43AC-878D05329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CA287-8BE8-4732-AC1B-2A4233CAF7A9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2585762-A57D-4E8D-0E80-E969624507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4328D30-4112-B93B-E88B-272C35A13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1DFC6-F80E-46B9-B840-55257D10B1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56642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9E18C4-254D-6F22-1E4F-2F9A54AB51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FB3C154-31CC-0E6E-FB69-D4F7940CBC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8BFCF2C-A66F-20E3-4456-60C166A57D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121A2FC-7563-8D40-2AB9-8BDE4A35B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CA287-8BE8-4732-AC1B-2A4233CAF7A9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B1A12FE-E1AA-F76B-2D0A-F610A410E8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7A35B9C-4F53-4DC8-2474-0D0169D0E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1DFC6-F80E-46B9-B840-55257D10B1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06943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E48F1D-20C3-6354-96F4-60CDFCA371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A2B3043-7F4E-BB6D-4F75-36D9E5403F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58721D5-3A8C-FE64-F334-DF035EC1DB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F12562B-5C56-5748-3474-1B24B672D8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CA287-8BE8-4732-AC1B-2A4233CAF7A9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7343D50-EA2A-9919-21D2-2CCF5FFC2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8220D47-F9F3-A8AB-3C54-73C866EFA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1DFC6-F80E-46B9-B840-55257D10B1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48520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57C58C-45DE-D5BC-DFA6-155389C889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B29B950-30BD-C1A5-522E-FC495996CA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961EDA8-715D-7741-8CFB-16E85B98DB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CA287-8BE8-4732-AC1B-2A4233CAF7A9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4721AAB-13D0-0FC0-D69B-A1F6D901D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129CCB0-6C2D-EA48-94CB-0CA973BA0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1DFC6-F80E-46B9-B840-55257D10B1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93555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D5A4E6F-FB46-D772-7E8F-EDBCE7E890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C76DA99-6ACB-46F1-8010-B5FB057AF9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6B87C4A-A769-01DC-CF77-25B4489C4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CA287-8BE8-4732-AC1B-2A4233CAF7A9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C1378AB-E859-3776-DA3E-1F628E6F8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96EFBF7-9F5C-ED0A-38EF-2FC8C8E47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1DFC6-F80E-46B9-B840-55257D10B1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05869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1BCCC0C-F2B3-B41B-C39C-003769C08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158CCF1-9657-E960-E673-2777663780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95C2DE7-F00F-4117-5C80-2A0EAFEA1E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4CA287-8BE8-4732-AC1B-2A4233CAF7A9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2AB553D-83F7-B0C5-66C6-3708A7D020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B8B957-28E9-C914-3148-7AE41A7E6D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F1DFC6-F80E-46B9-B840-55257D10B1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7252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0</Words>
  <Application>Microsoft Office PowerPoint</Application>
  <PresentationFormat>와이드스크린</PresentationFormat>
  <Paragraphs>0</Paragraphs>
  <Slides>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0</vt:i4>
      </vt:variant>
    </vt:vector>
  </HeadingPairs>
  <TitlesOfParts>
    <vt:vector size="3" baseType="lpstr">
      <vt:lpstr>맑은 고딕</vt:lpstr>
      <vt:lpstr>Arial</vt:lpstr>
      <vt:lpstr>Office 테마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준호 정</dc:creator>
  <cp:lastModifiedBy>준호 정</cp:lastModifiedBy>
  <cp:revision>5</cp:revision>
  <dcterms:created xsi:type="dcterms:W3CDTF">2026-03-16T13:14:20Z</dcterms:created>
  <dcterms:modified xsi:type="dcterms:W3CDTF">2026-03-16T13:23:49Z</dcterms:modified>
</cp:coreProperties>
</file>