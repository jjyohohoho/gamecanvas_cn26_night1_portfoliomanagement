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3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28203-9537-5B04-E49B-4ED63E367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92A1B3-0824-E790-BC53-FEFEC8975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6AEBD-2CEE-DF65-ACA1-B17CECE5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2C98D-0A04-A848-0325-3DEC88BA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A79515-8CAC-661F-50FA-17726FE1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30607-D1E4-9EC9-62B2-631658AD8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0B8AA-EF49-A9C7-46B0-A9659C98B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7315-5BBE-AEB5-610B-D822B426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0CD32-730E-CDF4-76B3-449A6D22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825443-0DA9-087C-AAA4-3F2361EA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9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E3AD9-F9D3-ED49-B45E-F3BF26FC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47B65-2AC9-94E4-0FBE-A516A7FDD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7313A-CE1D-857B-ED85-EA63E3709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F5ED-BF46-631C-3B90-D7ADDAD2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36088-46DF-83C8-A757-2CFEC0D0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99FB2-0FD0-9E1D-5BA6-3F47BAAA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095ECA-8CF0-DEB0-A084-4FD36936F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152AE4-CCDE-6399-223B-487FBEA5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B76151-C0D4-0AC2-9387-E167BF68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17974-411F-EF41-93E4-86097358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CBA43-3AD8-DF05-A58F-8D98FE47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6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9A2DF-EE7C-F0B3-FBE9-5C59A34A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BF26B1-E340-2BD0-E198-00840272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47F59-635E-53E6-4A3B-235A1522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371A8E-4E46-210D-CE11-7B3D9477A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C4013C-054E-3AF4-965C-BB009059E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8BB2BC-0E0C-EB59-4001-D712A282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CECB80-B387-8A44-32B2-618A3C2D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E7B8CA-9584-8FFE-BCBE-B0E9B6D3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38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6FDA5-5EE2-3C26-A13E-09C92991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2DF7C8-46B8-23BD-9332-33A6DC2B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B4E2A4-3862-18AD-2B06-39CFD5BF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C4D469-819F-8A83-686F-B61E3B6B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6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2762F3-046A-2650-43AC-878D0532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585762-A57D-4E8D-0E80-E9696245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328D30-4112-B93B-E88B-272C35A1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6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E18C4-254D-6F22-1E4F-2F9A54AB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B3C154-31CC-0E6E-FB69-D4F7940CB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BFCF2C-A66F-20E3-4456-60C166A57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1A2FC-7563-8D40-2AB9-8BDE4A3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1A12FE-E1AA-F76B-2D0A-F610A410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A35B9C-4F53-4DC8-2474-0D0169D0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69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48F1D-20C3-6354-96F4-60CDFCA3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2B3043-7F4E-BB6D-4F75-36D9E5403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721D5-3A8C-FE64-F334-DF035EC1D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2562B-5C56-5748-3474-1B24B672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343D50-EA2A-9919-21D2-2CCF5FFC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220D47-F9F3-A8AB-3C54-73C866EF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85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7C58C-45DE-D5BC-DFA6-155389C8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29B950-30BD-C1A5-522E-FC495996C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61EDA8-715D-7741-8CFB-16E85B98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21AAB-13D0-0FC0-D69B-A1F6D90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29CCB0-6C2D-EA48-94CB-0CA973BA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5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5A4E6F-FB46-D772-7E8F-EDBCE7E89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76DA99-6ACB-46F1-8010-B5FB057AF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87C4A-A769-01DC-CF77-25B4489C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1378AB-E859-3776-DA3E-1F628E6F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EFBF7-9F5C-ED0A-38EF-2FC8C8E4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58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BCCC0C-F2B3-B41B-C39C-003769C0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58CCF1-9657-E960-E673-27776637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5C2DE7-F00F-4117-5C80-2A0EAFEA1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CA287-8BE8-4732-AC1B-2A4233CAF7A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B553D-83F7-B0C5-66C6-3708A7D02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8B957-28E9-C914-3148-7AE41A7E6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1DFC6-F80E-46B9-B840-55257D10B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5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531EA18-2A99-178A-B482-A11CB65F87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600" b="1" dirty="0">
                <a:solidFill>
                  <a:schemeClr val="tx1"/>
                </a:solidFill>
              </a:rPr>
              <a:t>지원한 공고 정보</a:t>
            </a:r>
          </a:p>
        </p:txBody>
      </p:sp>
    </p:spTree>
    <p:extLst>
      <p:ext uri="{BB962C8B-B14F-4D97-AF65-F5344CB8AC3E}">
        <p14:creationId xmlns:p14="http://schemas.microsoft.com/office/powerpoint/2010/main" val="13574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8601-2FD5-3BCD-0AD5-7F475F57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5D1759-5266-1720-149C-F43BE0E91111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생성일</a:t>
            </a:r>
            <a:r>
              <a:rPr lang="en-US" altLang="ko-KR" sz="4000" b="1" dirty="0">
                <a:solidFill>
                  <a:schemeClr val="tx1"/>
                </a:solidFill>
              </a:rPr>
              <a:t> / </a:t>
            </a:r>
            <a:r>
              <a:rPr lang="ko-KR" altLang="en-US" sz="4000" b="1" dirty="0">
                <a:solidFill>
                  <a:schemeClr val="tx1"/>
                </a:solidFill>
              </a:rPr>
              <a:t>마지막 수정일</a:t>
            </a:r>
            <a:r>
              <a:rPr lang="en-US" altLang="ko-KR" sz="4000" b="1" dirty="0">
                <a:solidFill>
                  <a:schemeClr val="tx1"/>
                </a:solidFill>
              </a:rPr>
              <a:t> / </a:t>
            </a:r>
            <a:r>
              <a:rPr lang="ko-KR" altLang="en-US" sz="4000" b="1" dirty="0">
                <a:solidFill>
                  <a:schemeClr val="tx1"/>
                </a:solidFill>
              </a:rPr>
              <a:t>지원한 일자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EC195-D6F9-2026-C377-552E92472246}"/>
              </a:ext>
            </a:extLst>
          </p:cNvPr>
          <p:cNvSpPr txBox="1"/>
          <p:nvPr/>
        </p:nvSpPr>
        <p:spPr>
          <a:xfrm>
            <a:off x="354330" y="1131570"/>
            <a:ext cx="7109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생성일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r>
              <a:rPr lang="ko-KR" altLang="en-US" dirty="0"/>
              <a:t>마지막 수정일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ko-KR" altLang="en-US" dirty="0"/>
              <a:t>지원한 일자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275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0AB6-88BD-CC6E-904E-A243B815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F077D02-2ECB-B128-CBE6-03B90E180967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프로젝트 소개</a:t>
            </a:r>
          </a:p>
        </p:txBody>
      </p:sp>
    </p:spTree>
    <p:extLst>
      <p:ext uri="{BB962C8B-B14F-4D97-AF65-F5344CB8AC3E}">
        <p14:creationId xmlns:p14="http://schemas.microsoft.com/office/powerpoint/2010/main" val="267262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5EA7-48C2-0A10-E0EA-828DB28E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D592F2F-22B1-288E-06B0-6140AAB24903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주요 업무</a:t>
            </a:r>
          </a:p>
        </p:txBody>
      </p:sp>
    </p:spTree>
    <p:extLst>
      <p:ext uri="{BB962C8B-B14F-4D97-AF65-F5344CB8AC3E}">
        <p14:creationId xmlns:p14="http://schemas.microsoft.com/office/powerpoint/2010/main" val="67209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9A6D-CCCE-612B-D6B8-CD13DD71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091A401-71AE-D279-5879-49B966668C52}"/>
              </a:ext>
            </a:extLst>
          </p:cNvPr>
          <p:cNvSpPr/>
          <p:nvPr/>
        </p:nvSpPr>
        <p:spPr>
          <a:xfrm>
            <a:off x="245799" y="217170"/>
            <a:ext cx="11700402" cy="755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4000" b="1" dirty="0">
                <a:solidFill>
                  <a:schemeClr val="tx1"/>
                </a:solidFill>
              </a:rPr>
              <a:t>지원 자격 및 우대사항</a:t>
            </a:r>
          </a:p>
        </p:txBody>
      </p:sp>
    </p:spTree>
    <p:extLst>
      <p:ext uri="{BB962C8B-B14F-4D97-AF65-F5344CB8AC3E}">
        <p14:creationId xmlns:p14="http://schemas.microsoft.com/office/powerpoint/2010/main" val="282595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</Words>
  <Application>Microsoft Office PowerPoint</Application>
  <PresentationFormat>와이드스크린</PresentationFormat>
  <Paragraphs>10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준호 정</dc:creator>
  <cp:lastModifiedBy>준호 정</cp:lastModifiedBy>
  <cp:revision>6</cp:revision>
  <dcterms:created xsi:type="dcterms:W3CDTF">2026-03-16T13:14:20Z</dcterms:created>
  <dcterms:modified xsi:type="dcterms:W3CDTF">2026-03-16T13:28:14Z</dcterms:modified>
</cp:coreProperties>
</file>