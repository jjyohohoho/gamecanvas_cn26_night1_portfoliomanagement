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53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28203-9537-5B04-E49B-4ED63E367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92A1B3-0824-E790-BC53-FEFEC8975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F6AEBD-2CEE-DF65-ACA1-B17CECE5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52C98D-0A04-A848-0325-3DEC88BA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A79515-8CAC-661F-50FA-17726FE1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28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30607-D1E4-9EC9-62B2-631658AD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0B8AA-EF49-A9C7-46B0-A9659C98B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87315-5BBE-AEB5-610B-D822B426A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40CD32-730E-CDF4-76B3-449A6D22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825443-0DA9-087C-AAA4-3F2361EA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39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E3AD9-F9D3-ED49-B45E-F3BF26FC1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C47B65-2AC9-94E4-0FBE-A516A7FDD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7313A-CE1D-857B-ED85-EA63E370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F5ED-BF46-631C-3B90-D7ADDAD2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36088-46DF-83C8-A757-2CFEC0D0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2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99FB2-0FD0-9E1D-5BA6-3F47BAAA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095ECA-8CF0-DEB0-A084-4FD36936F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152AE4-CCDE-6399-223B-487FBEA5B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B76151-C0D4-0AC2-9387-E167BF68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417974-411F-EF41-93E4-86097358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CBA43-3AD8-DF05-A58F-8D98FE47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563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9A2DF-EE7C-F0B3-FBE9-5C59A34A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BF26B1-E340-2BD0-E198-00840272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B47F59-635E-53E6-4A3B-235A1522A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371A8E-4E46-210D-CE11-7B3D9477AE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C4013C-054E-3AF4-965C-BB009059E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8BB2BC-0E0C-EB59-4001-D712A282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CECB80-B387-8A44-32B2-618A3C2D5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E7B8CA-9584-8FFE-BCBE-B0E9B6D3B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38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6FDA5-5EE2-3C26-A13E-09C92991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2DF7C8-46B8-23BD-9332-33A6DC2B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B4E2A4-3862-18AD-2B06-39CFD5BF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C4D469-819F-8A83-686F-B61E3B6B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36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2762F3-046A-2650-43AC-878D0532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585762-A57D-4E8D-0E80-E9696245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328D30-4112-B93B-E88B-272C35A1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66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E18C4-254D-6F22-1E4F-2F9A54AB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B3C154-31CC-0E6E-FB69-D4F7940CB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BFCF2C-A66F-20E3-4456-60C166A57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21A2FC-7563-8D40-2AB9-8BDE4A35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1A12FE-E1AA-F76B-2D0A-F610A410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A35B9C-4F53-4DC8-2474-0D0169D0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69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E48F1D-20C3-6354-96F4-60CDFCA3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2B3043-7F4E-BB6D-4F75-36D9E5403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8721D5-3A8C-FE64-F334-DF035EC1D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12562B-5C56-5748-3474-1B24B672D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343D50-EA2A-9919-21D2-2CCF5FFC2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220D47-F9F3-A8AB-3C54-73C866EF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852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7C58C-45DE-D5BC-DFA6-155389C8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29B950-30BD-C1A5-522E-FC495996C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61EDA8-715D-7741-8CFB-16E85B98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21AAB-13D0-0FC0-D69B-A1F6D901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29CCB0-6C2D-EA48-94CB-0CA973BA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55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5A4E6F-FB46-D772-7E8F-EDBCE7E89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76DA99-6ACB-46F1-8010-B5FB057AF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B87C4A-A769-01DC-CF77-25B4489C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1378AB-E859-3776-DA3E-1F628E6F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6EFBF7-9F5C-ED0A-38EF-2FC8C8E4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58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1BCCC0C-F2B3-B41B-C39C-003769C0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58CCF1-9657-E960-E673-277766378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5C2DE7-F00F-4117-5C80-2A0EAFEA1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AB553D-83F7-B0C5-66C6-3708A7D02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B8B957-28E9-C914-3148-7AE41A7E6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25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531EA18-2A99-178A-B482-A11CB65F87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600" b="1" dirty="0">
                <a:solidFill>
                  <a:schemeClr val="tx1"/>
                </a:solidFill>
              </a:rPr>
              <a:t>지원한 공고</a:t>
            </a:r>
            <a:endParaRPr lang="en-US" altLang="ko-KR" sz="96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9600" b="1" dirty="0">
                <a:solidFill>
                  <a:schemeClr val="tx1"/>
                </a:solidFill>
              </a:rPr>
              <a:t>자기소개서</a:t>
            </a:r>
          </a:p>
        </p:txBody>
      </p:sp>
    </p:spTree>
    <p:extLst>
      <p:ext uri="{BB962C8B-B14F-4D97-AF65-F5344CB8AC3E}">
        <p14:creationId xmlns:p14="http://schemas.microsoft.com/office/powerpoint/2010/main" val="135747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98601-2FD5-3BCD-0AD5-7F475F57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85D1759-5266-1720-149C-F43BE0E91111}"/>
              </a:ext>
            </a:extLst>
          </p:cNvPr>
          <p:cNvSpPr/>
          <p:nvPr/>
        </p:nvSpPr>
        <p:spPr>
          <a:xfrm>
            <a:off x="245799" y="217170"/>
            <a:ext cx="11700402" cy="755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4000" b="1" dirty="0">
                <a:solidFill>
                  <a:schemeClr val="tx1"/>
                </a:solidFill>
              </a:rPr>
              <a:t>질문 </a:t>
            </a:r>
            <a:r>
              <a:rPr lang="en-US" altLang="ko-KR" sz="4000" b="1" dirty="0">
                <a:solidFill>
                  <a:schemeClr val="tx1"/>
                </a:solidFill>
              </a:rPr>
              <a:t>01</a:t>
            </a:r>
            <a:endParaRPr lang="ko-KR" altLang="en-US" sz="40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58AF5F-8A7E-CCDD-8DF0-087F242A1520}"/>
              </a:ext>
            </a:extLst>
          </p:cNvPr>
          <p:cNvSpPr txBox="1"/>
          <p:nvPr/>
        </p:nvSpPr>
        <p:spPr>
          <a:xfrm>
            <a:off x="434340" y="965852"/>
            <a:ext cx="113233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질문 제목</a:t>
            </a:r>
            <a:r>
              <a:rPr lang="en-US" altLang="ko-KR" sz="1500" b="1" dirty="0"/>
              <a:t>: ~~~ (</a:t>
            </a:r>
            <a:r>
              <a:rPr lang="ko-KR" altLang="en-US" sz="1500" b="1" dirty="0"/>
              <a:t>예시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본인을 소개해 주시고 지원 분야에 적합하다고 생각하는 이유에 대해 기재해 주세요</a:t>
            </a:r>
            <a:r>
              <a:rPr lang="en-US" altLang="ko-KR" sz="1500" b="1" dirty="0"/>
              <a:t>. (</a:t>
            </a:r>
            <a:r>
              <a:rPr lang="ko-KR" altLang="en-US" sz="1500" b="1" dirty="0"/>
              <a:t>지원 동기 포함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AFBFC-1CEC-6266-9C18-30F86C1D02C3}"/>
              </a:ext>
            </a:extLst>
          </p:cNvPr>
          <p:cNvSpPr txBox="1"/>
          <p:nvPr/>
        </p:nvSpPr>
        <p:spPr>
          <a:xfrm>
            <a:off x="434340" y="1380457"/>
            <a:ext cx="11323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질문 답변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사진도 </a:t>
            </a:r>
            <a:r>
              <a:rPr lang="en-US" altLang="ko-KR" sz="1200" b="1" dirty="0"/>
              <a:t>OK, </a:t>
            </a:r>
            <a:r>
              <a:rPr lang="ko-KR" altLang="en-US" sz="1200" b="1" dirty="0"/>
              <a:t>하지만 나중에 </a:t>
            </a:r>
            <a:r>
              <a:rPr lang="ko-KR" altLang="en-US" sz="1200" b="1" dirty="0" err="1"/>
              <a:t>다른곳에</a:t>
            </a:r>
            <a:r>
              <a:rPr lang="ko-KR" altLang="en-US" sz="1200" b="1" dirty="0"/>
              <a:t> 쓰기 불편하니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어딘가에</a:t>
            </a:r>
            <a:r>
              <a:rPr lang="ko-KR" altLang="en-US" sz="1200" b="1" dirty="0"/>
              <a:t> 텍스트로 저장할 것을 추천</a:t>
            </a:r>
            <a:r>
              <a:rPr lang="en-US" altLang="ko-KR" sz="1200" b="1" dirty="0"/>
              <a:t>)</a:t>
            </a:r>
          </a:p>
          <a:p>
            <a:r>
              <a:rPr lang="en-US" altLang="ko-KR" sz="1200" dirty="0"/>
              <a:t>~~~~</a:t>
            </a:r>
          </a:p>
        </p:txBody>
      </p:sp>
    </p:spTree>
    <p:extLst>
      <p:ext uri="{BB962C8B-B14F-4D97-AF65-F5344CB8AC3E}">
        <p14:creationId xmlns:p14="http://schemas.microsoft.com/office/powerpoint/2010/main" val="42275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B028D-03F7-76EE-5879-1076C6C1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3ED531-C145-5617-2A45-A96106ACBD9A}"/>
              </a:ext>
            </a:extLst>
          </p:cNvPr>
          <p:cNvSpPr/>
          <p:nvPr/>
        </p:nvSpPr>
        <p:spPr>
          <a:xfrm>
            <a:off x="245799" y="217170"/>
            <a:ext cx="11700402" cy="755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4000" b="1" dirty="0">
                <a:solidFill>
                  <a:schemeClr val="tx1"/>
                </a:solidFill>
              </a:rPr>
              <a:t>질문 </a:t>
            </a:r>
            <a:r>
              <a:rPr lang="en-US" altLang="ko-KR" sz="4000" b="1" dirty="0">
                <a:solidFill>
                  <a:schemeClr val="tx1"/>
                </a:solidFill>
              </a:rPr>
              <a:t>02</a:t>
            </a:r>
            <a:endParaRPr lang="ko-KR" altLang="en-US" sz="40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629C1-0E22-B6B6-DD3F-C3E547821051}"/>
              </a:ext>
            </a:extLst>
          </p:cNvPr>
          <p:cNvSpPr txBox="1"/>
          <p:nvPr/>
        </p:nvSpPr>
        <p:spPr>
          <a:xfrm>
            <a:off x="434340" y="965852"/>
            <a:ext cx="113233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질문 제목</a:t>
            </a:r>
            <a:r>
              <a:rPr lang="en-US" altLang="ko-KR" sz="1500" b="1" dirty="0"/>
              <a:t>: ~~~ (</a:t>
            </a:r>
            <a:r>
              <a:rPr lang="ko-KR" altLang="en-US" sz="1500" b="1" dirty="0"/>
              <a:t>예시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본인을 소개해 주시고 지원 분야에 적합하다고 생각하는 이유에 대해 기재해 주세요</a:t>
            </a:r>
            <a:r>
              <a:rPr lang="en-US" altLang="ko-KR" sz="1500" b="1" dirty="0"/>
              <a:t>. (</a:t>
            </a:r>
            <a:r>
              <a:rPr lang="ko-KR" altLang="en-US" sz="1500" b="1" dirty="0"/>
              <a:t>지원 동기 포함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A6BF2-B881-E0C5-3074-E31AC70A0976}"/>
              </a:ext>
            </a:extLst>
          </p:cNvPr>
          <p:cNvSpPr txBox="1"/>
          <p:nvPr/>
        </p:nvSpPr>
        <p:spPr>
          <a:xfrm>
            <a:off x="434340" y="1380457"/>
            <a:ext cx="11323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질문 답변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사진도 </a:t>
            </a:r>
            <a:r>
              <a:rPr lang="en-US" altLang="ko-KR" sz="1200" b="1" dirty="0"/>
              <a:t>OK, </a:t>
            </a:r>
            <a:r>
              <a:rPr lang="ko-KR" altLang="en-US" sz="1200" b="1" dirty="0"/>
              <a:t>하지만 나중에 </a:t>
            </a:r>
            <a:r>
              <a:rPr lang="ko-KR" altLang="en-US" sz="1200" b="1" dirty="0" err="1"/>
              <a:t>다른곳에</a:t>
            </a:r>
            <a:r>
              <a:rPr lang="ko-KR" altLang="en-US" sz="1200" b="1" dirty="0"/>
              <a:t> 쓰기 불편하니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어딘가에</a:t>
            </a:r>
            <a:r>
              <a:rPr lang="ko-KR" altLang="en-US" sz="1200" b="1" dirty="0"/>
              <a:t> 텍스트로 저장할 것을 추천</a:t>
            </a:r>
            <a:r>
              <a:rPr lang="en-US" altLang="ko-KR" sz="1200" b="1" dirty="0"/>
              <a:t>)</a:t>
            </a:r>
          </a:p>
          <a:p>
            <a:r>
              <a:rPr lang="en-US" altLang="ko-KR" sz="1200" dirty="0"/>
              <a:t>~~~~</a:t>
            </a:r>
          </a:p>
        </p:txBody>
      </p:sp>
    </p:spTree>
    <p:extLst>
      <p:ext uri="{BB962C8B-B14F-4D97-AF65-F5344CB8AC3E}">
        <p14:creationId xmlns:p14="http://schemas.microsoft.com/office/powerpoint/2010/main" val="144892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4200-D983-DAC0-1762-CF39B6A9C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0628FA-DC3E-1314-F5A3-4CC6BE57EDAA}"/>
              </a:ext>
            </a:extLst>
          </p:cNvPr>
          <p:cNvSpPr/>
          <p:nvPr/>
        </p:nvSpPr>
        <p:spPr>
          <a:xfrm>
            <a:off x="245799" y="217170"/>
            <a:ext cx="11700402" cy="755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4000" b="1" dirty="0">
                <a:solidFill>
                  <a:schemeClr val="tx1"/>
                </a:solidFill>
              </a:rPr>
              <a:t>질문 </a:t>
            </a:r>
            <a:r>
              <a:rPr lang="en-US" altLang="ko-KR" sz="4000" b="1" dirty="0">
                <a:solidFill>
                  <a:schemeClr val="tx1"/>
                </a:solidFill>
              </a:rPr>
              <a:t>03</a:t>
            </a:r>
            <a:endParaRPr lang="ko-KR" altLang="en-US" sz="40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587C6-5877-1D32-8639-3B4B7DDF3D20}"/>
              </a:ext>
            </a:extLst>
          </p:cNvPr>
          <p:cNvSpPr txBox="1"/>
          <p:nvPr/>
        </p:nvSpPr>
        <p:spPr>
          <a:xfrm>
            <a:off x="434340" y="965852"/>
            <a:ext cx="113233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질문 제목</a:t>
            </a:r>
            <a:r>
              <a:rPr lang="en-US" altLang="ko-KR" sz="1500" b="1" dirty="0"/>
              <a:t>: ~~~ (</a:t>
            </a:r>
            <a:r>
              <a:rPr lang="ko-KR" altLang="en-US" sz="1500" b="1" dirty="0"/>
              <a:t>예시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본인을 소개해 주시고 지원 분야에 적합하다고 생각하는 이유에 대해 기재해 주세요</a:t>
            </a:r>
            <a:r>
              <a:rPr lang="en-US" altLang="ko-KR" sz="1500" b="1" dirty="0"/>
              <a:t>. (</a:t>
            </a:r>
            <a:r>
              <a:rPr lang="ko-KR" altLang="en-US" sz="1500" b="1" dirty="0"/>
              <a:t>지원 동기 포함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5C4A96-EDB9-18D5-B757-E2A70349C97D}"/>
              </a:ext>
            </a:extLst>
          </p:cNvPr>
          <p:cNvSpPr txBox="1"/>
          <p:nvPr/>
        </p:nvSpPr>
        <p:spPr>
          <a:xfrm>
            <a:off x="434340" y="1380457"/>
            <a:ext cx="11323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질문 답변</a:t>
            </a:r>
            <a:r>
              <a:rPr lang="en-US" altLang="ko-KR" sz="1200" b="1" dirty="0"/>
              <a:t>(</a:t>
            </a:r>
            <a:r>
              <a:rPr lang="ko-KR" altLang="en-US" sz="1200" b="1" dirty="0"/>
              <a:t>사진도 </a:t>
            </a:r>
            <a:r>
              <a:rPr lang="en-US" altLang="ko-KR" sz="1200" b="1" dirty="0"/>
              <a:t>OK, </a:t>
            </a:r>
            <a:r>
              <a:rPr lang="ko-KR" altLang="en-US" sz="1200" b="1" dirty="0"/>
              <a:t>하지만 나중에 </a:t>
            </a:r>
            <a:r>
              <a:rPr lang="ko-KR" altLang="en-US" sz="1200" b="1" dirty="0" err="1"/>
              <a:t>다른곳에</a:t>
            </a:r>
            <a:r>
              <a:rPr lang="ko-KR" altLang="en-US" sz="1200" b="1" dirty="0"/>
              <a:t> 쓰기 불편하니</a:t>
            </a:r>
            <a:r>
              <a:rPr lang="en-US" altLang="ko-KR" sz="1200" b="1" dirty="0"/>
              <a:t>, </a:t>
            </a:r>
            <a:r>
              <a:rPr lang="ko-KR" altLang="en-US" sz="1200" b="1" dirty="0" err="1"/>
              <a:t>어딘가에</a:t>
            </a:r>
            <a:r>
              <a:rPr lang="ko-KR" altLang="en-US" sz="1200" b="1" dirty="0"/>
              <a:t> 텍스트로 저장할 것을 추천</a:t>
            </a:r>
            <a:r>
              <a:rPr lang="en-US" altLang="ko-KR" sz="1200" b="1" dirty="0"/>
              <a:t>)</a:t>
            </a:r>
          </a:p>
          <a:p>
            <a:r>
              <a:rPr lang="en-US" altLang="ko-KR" sz="1200" dirty="0"/>
              <a:t>~~~~</a:t>
            </a:r>
          </a:p>
        </p:txBody>
      </p:sp>
    </p:spTree>
    <p:extLst>
      <p:ext uri="{BB962C8B-B14F-4D97-AF65-F5344CB8AC3E}">
        <p14:creationId xmlns:p14="http://schemas.microsoft.com/office/powerpoint/2010/main" val="1768449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138</Words>
  <Application>Microsoft Office PowerPoint</Application>
  <PresentationFormat>와이드스크린</PresentationFormat>
  <Paragraphs>14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준호 정</dc:creator>
  <cp:lastModifiedBy>준호 정</cp:lastModifiedBy>
  <cp:revision>8</cp:revision>
  <dcterms:created xsi:type="dcterms:W3CDTF">2026-03-16T13:14:20Z</dcterms:created>
  <dcterms:modified xsi:type="dcterms:W3CDTF">2026-03-16T13:29:43Z</dcterms:modified>
</cp:coreProperties>
</file>